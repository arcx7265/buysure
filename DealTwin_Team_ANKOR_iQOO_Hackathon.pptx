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c40cd54e404fb3" /><Relationship Type="http://schemas.openxmlformats.org/officeDocument/2006/relationships/extended-properties" Target="/docProps/app.xml" Id="R8a322d363b094d3c" /><Relationship Type="http://schemas.openxmlformats.org/officeDocument/2006/relationships/officeDocument" Target="/ppt/presentation.xml" Id="Rc3903484e6e247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e70755993475f"/>
  </p:sldMasterIdLst>
  <p:notesMasterIdLst>
    <p:notesMasterId xmlns:r="http://schemas.openxmlformats.org/officeDocument/2006/relationships" r:id="Rec3058fd689b4006"/>
  </p:notesMasterIdLst>
  <p:sldIdLst>
    <p:sldId xmlns:r="http://schemas.openxmlformats.org/officeDocument/2006/relationships" id="256" r:id="Rfe2449b744694c86"/>
    <p:sldId xmlns:r="http://schemas.openxmlformats.org/officeDocument/2006/relationships" id="257" r:id="R1d16e0cd579142df"/>
    <p:sldId xmlns:r="http://schemas.openxmlformats.org/officeDocument/2006/relationships" id="258" r:id="Rd1b72c0acf32431e"/>
    <p:sldId xmlns:r="http://schemas.openxmlformats.org/officeDocument/2006/relationships" id="259" r:id="Rc974d0b3f3414f43"/>
    <p:sldId xmlns:r="http://schemas.openxmlformats.org/officeDocument/2006/relationships" id="260" r:id="R311546bc2b8841a0"/>
    <p:sldId xmlns:r="http://schemas.openxmlformats.org/officeDocument/2006/relationships" id="261" r:id="Rf97a5bf71a5544ea"/>
    <p:sldId xmlns:r="http://schemas.openxmlformats.org/officeDocument/2006/relationships" id="262" r:id="R7210859ab31f4fe6"/>
    <p:sldId xmlns:r="http://schemas.openxmlformats.org/officeDocument/2006/relationships" id="263" r:id="R2a6f7b2cb672482f"/>
    <p:sldId xmlns:r="http://schemas.openxmlformats.org/officeDocument/2006/relationships" id="264" r:id="R4101a6d65da94be9"/>
    <p:sldId xmlns:r="http://schemas.openxmlformats.org/officeDocument/2006/relationships" id="265" r:id="R87e793fea56948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5cca94bbe041bf" /><Relationship Type="http://schemas.openxmlformats.org/officeDocument/2006/relationships/slideMaster" Target="/ppt/slideMasters/slideMaster1.xml" Id="Rdd2e70755993475f" /><Relationship Type="http://schemas.openxmlformats.org/officeDocument/2006/relationships/notesMaster" Target="/ppt/notesMasters/notesMaster1.xml" Id="Rec3058fd689b4006" /><Relationship Type="http://schemas.openxmlformats.org/officeDocument/2006/relationships/presProps" Target="/ppt/presProps.xml" Id="R46d13ff39b2c497b" /><Relationship Type="http://schemas.openxmlformats.org/officeDocument/2006/relationships/tableStyles" Target="/ppt/tableStyles.xml" Id="R43e3819d3b754fad" /><Relationship Type="http://schemas.openxmlformats.org/officeDocument/2006/relationships/slide" Target="/ppt/slides/slide1.xml" Id="Rfe2449b744694c86" /><Relationship Type="http://schemas.openxmlformats.org/officeDocument/2006/relationships/slide" Target="/ppt/slides/slide2.xml" Id="R1d16e0cd579142df" /><Relationship Type="http://schemas.openxmlformats.org/officeDocument/2006/relationships/slide" Target="/ppt/slides/slide3.xml" Id="Rd1b72c0acf32431e" /><Relationship Type="http://schemas.openxmlformats.org/officeDocument/2006/relationships/slide" Target="/ppt/slides/slide4.xml" Id="Rc974d0b3f3414f43" /><Relationship Type="http://schemas.openxmlformats.org/officeDocument/2006/relationships/slide" Target="/ppt/slides/slide5.xml" Id="R311546bc2b8841a0" /><Relationship Type="http://schemas.openxmlformats.org/officeDocument/2006/relationships/slide" Target="/ppt/slides/slide6.xml" Id="Rf97a5bf71a5544ea" /><Relationship Type="http://schemas.openxmlformats.org/officeDocument/2006/relationships/slide" Target="/ppt/slides/slide7.xml" Id="R7210859ab31f4fe6" /><Relationship Type="http://schemas.openxmlformats.org/officeDocument/2006/relationships/slide" Target="/ppt/slides/slide8.xml" Id="R2a6f7b2cb672482f" /><Relationship Type="http://schemas.openxmlformats.org/officeDocument/2006/relationships/slide" Target="/ppt/slides/slide9.xml" Id="R4101a6d65da94be9" /><Relationship Type="http://schemas.openxmlformats.org/officeDocument/2006/relationships/slide" Target="/ppt/slides/slide10.xml" Id="R87e793fea56948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e2d81baed40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9aa1dbc3449d5" /><Relationship Type="http://schemas.openxmlformats.org/officeDocument/2006/relationships/notesMaster" Target="/ppt/notesMasters/notesMaster1.xml" Id="R31780da72aa146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b42e5b01e04863" /><Relationship Type="http://schemas.openxmlformats.org/officeDocument/2006/relationships/notesMaster" Target="/ppt/notesMasters/notesMaster1.xml" Id="Rdda04eb308f145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26069b6d754623" /><Relationship Type="http://schemas.openxmlformats.org/officeDocument/2006/relationships/notesMaster" Target="/ppt/notesMasters/notesMaster1.xml" Id="R947904d82f8d42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703394607420d" /><Relationship Type="http://schemas.openxmlformats.org/officeDocument/2006/relationships/notesMaster" Target="/ppt/notesMasters/notesMaster1.xml" Id="Re35b8044a7fb4e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3f88a729fa4b01" /><Relationship Type="http://schemas.openxmlformats.org/officeDocument/2006/relationships/notesMaster" Target="/ppt/notesMasters/notesMaster1.xml" Id="Rd2d411ba9cb34d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cd19e46f6a4a72" /><Relationship Type="http://schemas.openxmlformats.org/officeDocument/2006/relationships/notesMaster" Target="/ppt/notesMasters/notesMaster1.xml" Id="R95a4a495ab7c40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a31d0122364ce4" /><Relationship Type="http://schemas.openxmlformats.org/officeDocument/2006/relationships/notesMaster" Target="/ppt/notesMasters/notesMaster1.xml" Id="Rf685ccf08b764c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483128f5444a2f" /><Relationship Type="http://schemas.openxmlformats.org/officeDocument/2006/relationships/notesMaster" Target="/ppt/notesMasters/notesMaster1.xml" Id="Ra39b13cd35c245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c6a6484ca475f" /><Relationship Type="http://schemas.openxmlformats.org/officeDocument/2006/relationships/notesMaster" Target="/ppt/notesMasters/notesMaster1.xml" Id="Rde2f894fe04c43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08381ee68348f9" /><Relationship Type="http://schemas.openxmlformats.org/officeDocument/2006/relationships/notesMaster" Target="/ppt/notesMasters/notesMaster1.xml" Id="Rb2d852e00ad64f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ed892f2e34b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79c964742c42f8" /><Relationship Type="http://schemas.openxmlformats.org/officeDocument/2006/relationships/slideLayout" Target="/ppt/slideLayouts/slideLayout1.xml" Id="R83d50a220393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50a220393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978f0f3564d18" /><Relationship Type="http://schemas.openxmlformats.org/officeDocument/2006/relationships/image" Target="/ppt/media/image.png" Id="R6f7ebcb490814231" /><Relationship Type="http://schemas.openxmlformats.org/officeDocument/2006/relationships/notesSlide" Target="/ppt/notesSlides/notesSlide1.xml" Id="R49f14ca4fdec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136ccc37a42f6" /><Relationship Type="http://schemas.openxmlformats.org/officeDocument/2006/relationships/notesSlide" Target="/ppt/notesSlides/notesSlide2.xml" Id="Rd8b56222a75e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91bdb2eec47f6" /><Relationship Type="http://schemas.openxmlformats.org/officeDocument/2006/relationships/notesSlide" Target="/ppt/notesSlides/notesSlide3.xml" Id="R634195d5b34f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833a9975e4d41" /><Relationship Type="http://schemas.openxmlformats.org/officeDocument/2006/relationships/notesSlide" Target="/ppt/notesSlides/notesSlide4.xml" Id="R800cdf3d6d66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9238daf2c4da5" /><Relationship Type="http://schemas.openxmlformats.org/officeDocument/2006/relationships/notesSlide" Target="/ppt/notesSlides/notesSlide5.xml" Id="Rfc2d5a1d5be7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9854559994a4f" /><Relationship Type="http://schemas.openxmlformats.org/officeDocument/2006/relationships/notesSlide" Target="/ppt/notesSlides/notesSlide6.xml" Id="Re03b98c2d2dc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ebe982c9c44ed" /><Relationship Type="http://schemas.openxmlformats.org/officeDocument/2006/relationships/notesSlide" Target="/ppt/notesSlides/notesSlide7.xml" Id="Ra376be1d82984f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060ce7ec48f2" /><Relationship Type="http://schemas.openxmlformats.org/officeDocument/2006/relationships/notesSlide" Target="/ppt/notesSlides/notesSlide8.xml" Id="R4ec8080f05a344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19545d129450e" /><Relationship Type="http://schemas.openxmlformats.org/officeDocument/2006/relationships/notesSlide" Target="/ppt/notesSlides/notesSlide9.xml" Id="R43493d9c622a4d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7176a048f4521" /><Relationship Type="http://schemas.openxmlformats.org/officeDocument/2006/relationships/notesSlide" Target="/ppt/notesSlides/notesSlide10.xml" Id="Rfb993082c655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ebcb490814231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75B97-85A6-4A9E-94B8-708A1FB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A645-02B4-4E27-A4E3-90D9B1D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iQOO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7D9FE-333C-4C28-8B38-8A8AD6C0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F3A"/>
                </a:solidFill>
              </a:defRPr>
            </a:pPr>
            <a:r>
              <a:rPr sz="4800" b="1">
                <a:solidFill>
                  <a:srgbClr val="0B1F3A"/>
                </a:solidFill>
              </a:rPr>
              <a:t>DealTwin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86AC7-384C-41D7-B7AF-6DCA9EBD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63F"/>
                </a:solidFill>
              </a:defRPr>
            </a:pPr>
            <a:r>
              <a:rPr sz="2100" b="1">
                <a:solidFill>
                  <a:srgbClr val="15263F"/>
                </a:solidFill>
              </a:rPr>
              <a:t>The memory every purchase should have.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9AA90-DFE8-4DBA-B419-D5CBBA7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Capture what was promised. Compare it with what you sign. Understand the true deal before you pay.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6A046-9CB1-4132-B346-1E4F5FB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619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9519-8D74-4398-B9C9-730B548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MOBILE-FIRST • LOCAL-FIRST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64D3A-56AD-4FF6-8429-67656C52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Presented by TEAM ANKOR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D9EB6-8E0A-4638-9618-6ADF1E46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88"/>
                </a:solidFill>
              </a:defRPr>
            </a:pPr>
            <a:r>
              <a:rPr sz="1125" b="0">
                <a:solidFill>
                  <a:srgbClr val="607188"/>
                </a:solidFill>
              </a:rPr>
              <a:t>Remember the promise. Verify the deal.</a:t>
            </a:r>
          </a:p>
        </p:txBody>
      </p:sp>
    </p:spTree>
    <p:extLst>
      <p:ext uri="{BB962C8B-B14F-4D97-AF65-F5344CB8AC3E}">
        <p14:creationId xmlns:p14="http://schemas.microsoft.com/office/powerpoint/2010/main" val="437047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ED8D2-73CA-4D03-828F-3C83E9D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3D199-239F-4DB6-A1EA-66ED158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E65CD-23A0-425D-95D5-6026072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F72F8-6827-4FCE-9906-1A8A6D77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5F6AF-8015-4C64-A229-C460A77E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A FAMILIAR CONSUMER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677B5-E1E1-455D-8DB6-AE23BC1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The deal people understand often changes before they 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DF5CD-E393-45D3-9A96-0ED69DE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Promises live in one place. Fees, exclusions and altered terms appear somewhere else.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B09EC-BC72-4CAA-B218-4BFDF1D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8221C-9F13-4C65-9DD5-8E31407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D33F-A3D7-408E-BF69-6053625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No-cost EMI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CF402-70E9-483F-AAD5-64A5484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AFCE-B1E0-4996-B50D-4D8BA3FE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C2954-BDDE-4ABA-BD75-FB8D048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Free insurance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A7BDB-156D-4490-B7BB-A9EB507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89F96-BCFE-43AF-A6F1-15FB351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ECF9B-6F71-4171-9DEE-D003874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2-year warranty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29022-D798-4594-BA9D-FDD1B93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8DA2B-7AD4-4E02-9085-1D92916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9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INVOICE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3DAF5-7D71-4A4C-9D10-050F9EB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385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+ Processing 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FD88E-9F74-4AEB-ABEF-CC6E7D8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76750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029D9-5DF6-4365-B354-2F611F0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81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KFS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1F728-EA7D-4FD2-8885-6ABB053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005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Cash discount lost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2C17F-43E4-4EFE-B78A-E6707C4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43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092C6-DC48-429A-ADC5-2847E10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0D11A-E3BF-4AFC-932F-0CE0D275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FINAL DEAL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DF703-36C8-49A8-8118-5BA9BC46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4B5B"/>
                </a:solidFill>
              </a:defRPr>
            </a:pPr>
            <a:r>
              <a:rPr sz="3150" b="1">
                <a:solidFill>
                  <a:srgbClr val="E24B5B"/>
                </a:solidFill>
              </a:rPr>
              <a:t>₹2,148 more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57F52-03B2-4A5C-B829-0973BD4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63F"/>
                </a:solidFill>
              </a:defRPr>
            </a:pPr>
            <a:r>
              <a:rPr sz="1350" b="1">
                <a:solidFill>
                  <a:srgbClr val="15263F"/>
                </a:solidFill>
              </a:rPr>
              <a:t>than the customer expected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67CB1-61DE-4CB0-A4B9-D861A090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49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The problem is not missing information. It is missing comparison.</a:t>
            </a:r>
          </a:p>
        </p:txBody>
      </p:sp>
    </p:spTree>
    <p:extLst>
      <p:ext uri="{BB962C8B-B14F-4D97-AF65-F5344CB8AC3E}">
        <p14:creationId xmlns:p14="http://schemas.microsoft.com/office/powerpoint/2010/main" val="24597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16D31-BE1E-4AB0-B834-517DAAB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3929-D587-41C2-B91C-ACB736DA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3B875-C967-4D9B-88F1-CC54B99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3E0EC-6E34-4C91-AAA7-BB247F8A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AE78A-B814-4D11-869A-FF20158D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NOT ANOTHER DOCUMENT SUMMARIZER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4057-BD8F-434E-89F1-70BE98A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DealTwin builds a verifiable Promise Ledger.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E6080-3EF7-46DB-B70B-4C2370C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Every conclusion points back to the exact screenshot, clause or consented audio timestamp.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69CAC-07C3-4814-BFAA-12FFE72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09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CB1E3-03FB-43DE-B5ED-CBE6600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PROMISE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51A75-DACB-4001-AB53-57032CF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was said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was signed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AC433-E101-4662-9774-7D09EE4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76600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605D0-A710-478E-BE89-CBE1CC4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No-cost EMI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3A527-7A04-42E1-9932-526D216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0425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33A71-5CB1-49F8-AC55-39093B7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6B921-385A-44E5-912B-666D3FE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48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Invoice §4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625B1-C2C4-4F52-90C0-8596033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71925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1BA2D-38B5-4639-AF29-9D61622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2-year warranty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126A-C726-4EB4-BD48-5245AB8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E27F7-254A-4FE9-9F9B-2DEDE56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KEPT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85B79-F687-43DE-AFC1-AE8CE9B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4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Warranty 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90A34-2CD4-462B-8BF1-6F01BA5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67250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54D37-1E89-4E54-B5E6-0E181EA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Free insurance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604FC-FFCE-4EB9-BE3C-B9524E6B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91075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2E076-363D-44AD-A70E-6BB9848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672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MISSING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D850B-7C8E-47F1-B059-3FA7A3B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38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KFS + invoice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04042-FEAB-4BBF-B60B-42811093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86400"/>
            <a:ext cx="728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188"/>
                </a:solidFill>
              </a:defRPr>
            </a:pPr>
            <a:r>
              <a:rPr sz="1200" b="1">
                <a:solidFill>
                  <a:srgbClr val="607188"/>
                </a:solidFill>
              </a:rPr>
              <a:t>Five evidence-based outcomes: Kept • Changed • Missing • Contradicted • Unverifiable</a:t>
            </a:r>
          </a:p>
        </p:txBody>
      </p:sp>
    </p:spTree>
    <p:extLst>
      <p:ext uri="{BB962C8B-B14F-4D97-AF65-F5344CB8AC3E}">
        <p14:creationId xmlns:p14="http://schemas.microsoft.com/office/powerpoint/2010/main" val="1363141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42E97B-88D1-4D6E-BB27-FC3244A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FE180-863D-42FB-9F8C-1ADA6C14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MOBILE-FIRST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139F1-5F33-4BA5-8919-95C6A6E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69B4-CBA5-4237-9C80-38BB4C27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EA1F-CD72-4D63-90FA-C007A69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THE PHONE IS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3DDAF-3CCD-4982-9E1D-3EAA10C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One iQOO phone turns scattered evidence into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9730-5902-42FE-949B-0A3AD10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Camera, microphone and on-device AI make DealTwin useful at the exact moment a purchase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94A5-76E2-4FB7-B57B-84AD176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0103-E451-48B7-A407-45D4370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6753-57BC-49E4-986F-C9838F5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A5403-4F16-4F6B-977F-17955794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4656E-F873-44BE-A410-B2F30EDC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Ads, voice, screenshots and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FFE3B-0D88-4BBA-8C0D-B600823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76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96821-5AD1-4B13-804E-5FF3C94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E6038-0651-4A85-8BA0-5463333F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24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5F0DB-791F-4E2A-9551-316B3F89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Understand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25E5E-93D8-4DCA-9995-E177B15A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14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Extract price, fee, EMI and warranty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4F913-0DE9-4285-B139-DB7A700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76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55B2D-571B-4FA8-9711-FC6A003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48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21C31-E3EA-44F4-A2B2-5DC38896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24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BD38D-969A-4893-AA47-32DFF12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71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08FB4-096D-4786-96EC-D59C7D3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14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Match the promise against final paperwork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7B4D0-4719-41FB-B24C-FB5DAB9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C032F-F107-40F9-AC94-5E1AEED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A4622-BD6E-41BD-8B8D-A38424E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24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64087-37D6-4976-84C0-5EC57869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Calculate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BD110-22FF-4F06-9A45-F4E87CC8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Reconstruct the true payable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9A0E4-814C-4AB6-AAEA-72FFE84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14711-80AC-4346-A959-E3DB20E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48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A4884-DDD3-4E95-9AD5-CCDF22E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24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9B41A-72F9-43FF-97D2-92BFEB8E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8A8B3-A386-42B1-B14F-AB15A77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14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Generate a neutral seller clarification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1846DE-FA9E-48A7-9C29-013628C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ON-DEVICE OCR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894BF-69B3-4A6A-95B2-01D2C02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LOCAL / OPEN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1E490-6C15-4214-92C3-55F581C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EVIDENCE LINKS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F8A5A-4D1D-4FFD-ADE5-922E4276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DETERMINISTIC MATH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B11B52-736C-41B4-BB30-1B62F388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42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SHAREABLE OUTPUT</a:t>
            </a:r>
          </a:p>
        </p:txBody>
      </p:sp>
    </p:spTree>
    <p:extLst>
      <p:ext uri="{BB962C8B-B14F-4D97-AF65-F5344CB8AC3E}">
        <p14:creationId xmlns:p14="http://schemas.microsoft.com/office/powerpoint/2010/main" val="2090522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9FE36-3B4F-4346-8700-F16F04C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30AC-7E10-4EDA-AB1C-4F1D52C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FLAGSHIP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C973-F551-497C-8547-A37875A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11DE-4E46-4CBC-BCD4-3866486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755BD-94A3-404D-BF17-5994FC2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FOCUS CREATES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CBB1-9C2D-45E5-B3FE-6268A5B3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Start with the purchase journey people already distrust: no-cost EMI.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C2AD4-8E1C-4810-B2DD-87BA528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Electronics purchases combine advertisements, verbal offers, invoices, KFS documents and warranties—perfect for a convincing end-to-end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5AB92-B479-4E34-9216-40D0FA26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476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F2277-A4B8-4B6A-B454-8B82B13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PROMISED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D779C-A569-468B-9BCF-AB68111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₹50,000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78F1B-AEBD-44A6-B6EE-ACDDDD8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12 months • zero interest</a:t>
            </a:r>
          </a:p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Free insurance • 2-year warranty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51C3-739F-4D35-8E51-7F56C61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D351F-FFEA-4903-96E7-E182C220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5143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589E3-1701-4212-8CFB-FE7CF094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EFF"/>
                </a:solidFill>
              </a:defRPr>
            </a:pPr>
            <a:r>
              <a:rPr sz="975" b="1">
                <a:solidFill>
                  <a:srgbClr val="DCEEFF"/>
                </a:solidFill>
              </a:rPr>
              <a:t>TRUE PAYABLE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9A293-44F8-43EA-B6DB-245220A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₹52,148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93056-65F9-40B3-8EA9-6FA52A6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+ ₹999 processing fee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+ ₹1,149 discount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B8023-E7B3-4467-9EBA-5BED4E1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33850"/>
            <a:ext cx="1762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EEFDC-889E-4DF8-B8AF-16D9E8A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1533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DISCREPANCY FOUND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14C10-13CF-48B0-9505-B1B6960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188"/>
                </a:solidFill>
              </a:defRPr>
            </a:pPr>
            <a:r>
              <a:rPr sz="1275" b="1">
                <a:solidFill>
                  <a:srgbClr val="607188"/>
                </a:solidFill>
              </a:rPr>
              <a:t>MVP output: Promise Ledger + true-cost explanation + seller clarification card</a:t>
            </a:r>
          </a:p>
        </p:txBody>
      </p:sp>
    </p:spTree>
    <p:extLst>
      <p:ext uri="{BB962C8B-B14F-4D97-AF65-F5344CB8AC3E}">
        <p14:creationId xmlns:p14="http://schemas.microsoft.com/office/powerpoint/2010/main" val="201759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2EAED9-6676-4D5E-9463-B335EF59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B41F-652F-447D-B331-DF3B441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IMPLEMENTATION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94D58-B0F0-46AE-8DCA-8FC68458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FEEB9-F143-4AF5-93DF-06C0F79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D520-79C8-4B0D-966B-FFD3B70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LOCAL-FIRST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8B85-ADEC-48C2-A183-E16F13D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Fast, private and explainable—without turning AI into a black 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0151-9F9B-4222-9F2F-2A55C577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The language model extracts and matches claims; deterministic rules calculate money and preserve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A5614-2A56-4B88-B157-CB914164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C21E5-6A90-4A30-AE4A-3698852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DEFBA-F23A-4F26-AC66-9181AC6B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394D-DCA3-4CEF-A511-48FE81A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Camera • mic •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5D0E-28EF-48FC-B135-89F5991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A1E2E-ABF2-477E-AB37-CC976E28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7F83-84A0-482C-966E-8D4AA71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FFA8-B16E-4BCD-8720-20F63DD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DF3FE-D590-4C46-BE5E-9DEAF3FD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OCR • speech-to-text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5B93E-5400-46B4-9166-1089BB57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5A6F7-5D18-4A14-BB26-611F951C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DCABD-D39D-463E-8976-0E1B4231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8D40F-6373-42F0-8CFB-AB90D80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Normalize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45E5C-7FD0-451F-92E6-EB978DD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Price • fee •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B96DE-54F9-4B2E-BA9D-AA93469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9E545-F66D-4DFF-8721-FBDFA2A7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C0819-BB51-4613-8D04-81E057E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569E8-277F-4687-916C-20216E7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55747-532A-4381-B62A-33B7017E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Semantic + rule matching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5BFF7-D82D-472A-8CE4-DCBF4FC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C2CE6-C05B-40AF-B489-684D1B22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8EDF4-2F0E-4C14-A3AB-BAEA06F7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B1FC3-1D50-40ED-8CE5-74D967A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Calculate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D91A6-F936-4B2F-B77D-E323620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EMI • tax • discount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88CBC-4EAB-4A8F-ADDF-2CFE743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00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AEE88-ADE6-4232-9348-94CBF4A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76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3FF7D-869A-4B53-B8F8-6B778EF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869F8B-2226-4868-92BA-2EBB8EB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8DAC99-0BCE-4D77-BC60-C0EB780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29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Ledger • evidence • 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F8AC36-B8EF-41F1-9AAD-E676A0E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2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71605-8EFC-487E-AB4B-CEC5C21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ENCRYPTED LOCAL VAULT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7F49D9-49A2-46A4-8E79-2AF3DE72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</a:defRPr>
            </a:pPr>
            <a:r>
              <a:rPr sz="1200" b="0">
                <a:solidFill>
                  <a:srgbClr val="DCEEFF"/>
                </a:solidFill>
              </a:rPr>
              <a:t>User-controlled evidence • offline access • optional cloud fallback only</a:t>
            </a:r>
          </a:p>
        </p:txBody>
      </p:sp>
    </p:spTree>
    <p:extLst>
      <p:ext uri="{BB962C8B-B14F-4D97-AF65-F5344CB8AC3E}">
        <p14:creationId xmlns:p14="http://schemas.microsoft.com/office/powerpoint/2010/main" val="1957622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ECF6A-7695-4FF3-8FFA-F47FBE96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411B-695A-4F10-899C-84B2D530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HACKATHON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5FAE6-EFA0-4E2C-B9F9-3111EB5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D61B8-B44C-48EA-A453-30463058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ACD91-FD83-402D-9ABD-43CEC059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DESIGNED AROUND RED LIGHT AND GREEN 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1C50-804C-4D0F-9178-BD0A66D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The build plan treats phone-first development as an advantage—not a restriction.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3DA66-43C9-49AE-AB2D-CFE303D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7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2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63914-28FD-4F7A-929A-1675003E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55%  RED LIGHT • PHONE-FIRST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FE1FA-34C4-48F2-92A7-9FF6B75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552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7B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2F1F5-3836-40C9-8A3A-F3BEA3D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9090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45%  GREEN LIGHT • BOTH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38D71-D0BC-459B-892B-71ABECB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751E6-9582-4840-8AB8-40CDAD6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4B5B"/>
                </a:solidFill>
              </a:defRPr>
            </a:pPr>
            <a:r>
              <a:rPr sz="1050" b="1">
                <a:solidFill>
                  <a:srgbClr val="E24B5B"/>
                </a:solidFill>
              </a:rPr>
              <a:t>RED 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4A874-400F-499A-AF32-762CCDF9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63F"/>
                </a:solidFill>
              </a:defRPr>
            </a:pPr>
            <a:r>
              <a:rPr sz="1275" b="0">
                <a:solidFill>
                  <a:srgbClr val="15263F"/>
                </a:solidFill>
              </a:rPr>
              <a:t>Android UI • camera and microphone flows • on-device inference • end-to-end phone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70DD2-DF5B-45AA-A0B3-67D3AFD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71950"/>
            <a:ext cx="53625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B9CB9-80F5-472A-A29B-25B16D4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81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B67A"/>
                </a:solidFill>
              </a:defRPr>
            </a:pPr>
            <a:r>
              <a:rPr sz="1050" b="1">
                <a:solidFill>
                  <a:srgbClr val="27B67A"/>
                </a:solidFill>
              </a:rPr>
              <a:t>GREEN 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D30CF-ED23-4EB7-B243-F077D4FC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244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63F"/>
                </a:solidFill>
              </a:defRPr>
            </a:pPr>
            <a:r>
              <a:rPr sz="1275" b="0">
                <a:solidFill>
                  <a:srgbClr val="15263F"/>
                </a:solidFill>
              </a:rPr>
              <a:t>Model preparation • laptop-heavy integration • debugging • performance tuning • demo polish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B7B13-A920-466E-8297-75BB4DE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180B2-C95D-40CF-B504-CE4CC1D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OFFICE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38EC6-2C10-4BEA-AC08-346725CF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57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188"/>
                </a:solidFill>
              </a:defRPr>
            </a:pPr>
            <a:r>
              <a:rPr sz="1200" b="1">
                <a:solidFill>
                  <a:srgbClr val="607188"/>
                </a:solidFill>
              </a:rPr>
              <a:t>Screen mirror • shared clipboard • file transfer • remote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BFCF9-59E3-44DC-B5ED-8569DEC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578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10% OF SCORE</a:t>
            </a:r>
          </a:p>
        </p:txBody>
      </p:sp>
    </p:spTree>
    <p:extLst>
      <p:ext uri="{BB962C8B-B14F-4D97-AF65-F5344CB8AC3E}">
        <p14:creationId xmlns:p14="http://schemas.microsoft.com/office/powerpoint/2010/main" val="2094601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8DD27-B369-42AF-9DBC-B01E91B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21943-1A67-4804-A9A1-58E35CA3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DEMO +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ADE1-0604-4159-AFCE-00EAC94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624D-11E4-4CCC-AD3D-CC1288F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56E9-D50A-428A-9B66-29FEC44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A FOCUSED DEMO PROVES THE PRODUCT TODAY—AND ITS SCALE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467EC-CC06-4186-A3EE-3E50D07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One visible discrepancy is more persuasive than ten unfinished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7EF24-26CC-4E14-B0F5-58AAA50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0482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89A58-3AB2-487C-80F7-FF9C154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5E8"/>
                </a:solidFill>
              </a:defRPr>
            </a:pPr>
            <a:r>
              <a:rPr sz="1050" b="1">
                <a:solidFill>
                  <a:srgbClr val="67D5E8"/>
                </a:solidFill>
              </a:rPr>
              <a:t>LIVE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5179A-6A45-4DCF-8E70-6B38E77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70EF9-F1DE-4318-A2DE-8B50A59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7C349-D664-4416-BFD4-89BDCA4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766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Capture the no-cost EMI 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59370-3E0E-49B5-B492-B619646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C9595-05F1-415F-8D34-F44CE78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A0AE0-EBC4-468E-B166-CF92F78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Record a consented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20721-8984-44A6-8842-9308F14B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EF809-E7B8-4499-A01A-1B3DAF9C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1EB7B-F9F8-44CE-9444-C701D49F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Scan invoice / KFS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1A59E-33F6-4B34-9B4B-C9D7679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E6C91-A829-46F7-9614-DDC63C0D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01CFF-4272-4050-803A-DCE74397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053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Reveal the extra ₹2,148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28684-BC34-4E27-84AC-0112F65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6D31A-52A9-4FE9-B399-8742640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91128-9591-4402-A841-E66338C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482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Create clarification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501E7-3E30-46DA-B10E-FA44919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SCALE THE SAME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F3709-5854-409F-BAC3-D0A102A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2E6B5-E9D5-4D80-BA2B-1291A5BA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Appliances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0AF0F-7FED-4BC1-BBFE-AF552D6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F6E5D-27F2-45C1-9501-202177A2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Insurance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E3A3D-3E16-4AD1-8186-D5ACA05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84B4E-34D7-44AF-9AB6-62EA931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Telecom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05264-D0EE-4CE7-9B71-77E680A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9C28C-EA3E-4BFC-926B-F646CBE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Travel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A92D1-0D69-472B-AF86-8254576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BB763-C7CA-48C5-83D9-6BB74B8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Rentals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CE23F-E092-4405-8CE6-C351021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F892E-1A2F-43AC-87F5-AFF6117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22BFC8-5E6B-48AE-B350-4408311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9A08AA-9D76-4C7C-B775-D630C0F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006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Healthcare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9B7E2-0EF7-46DA-BF3C-332F1FD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244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CBB2AC-A9B1-49F7-BEDF-128B68A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006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Subscriptions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9FA5AB-7FF4-4870-A0AB-E866153E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95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RUBRIC FIT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B4E9E-6541-4B64-94EA-FDD7CFD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769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30 Quality  •  20 Novelty  •  15 Tech  •  15 Phone  •  10 Office Kit  •  10 Demo</a:t>
            </a:r>
          </a:p>
        </p:txBody>
      </p:sp>
    </p:spTree>
    <p:extLst>
      <p:ext uri="{BB962C8B-B14F-4D97-AF65-F5344CB8AC3E}">
        <p14:creationId xmlns:p14="http://schemas.microsoft.com/office/powerpoint/2010/main" val="2009253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6D93E-FC98-474C-B8E5-D0EFF0A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AC7A-B29C-41E2-A113-918334A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AB23D-5B6E-402B-9F92-26AB990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A49CC-1938-4B1A-91CA-BB85129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01F99-3A51-4C35-92DE-94287FB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DealTwin can become the trust layer</a:t>
            </a:r>
          </a:p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between a promise and a payment.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3199-2D66-419D-8FDF-AA6BEC4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2F3FF-EC8E-41C1-AD6E-0D0CC00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241F4-3E7B-4CF9-BFB9-03F1BE9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Real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0092F-9D96-436A-8EA9-71B64BF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A familiar problem with immediate financial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65C7D-4BB3-4AE6-8715-F1FC59FE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D1422-ADE3-4EDF-A9D1-7F411ED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45944-516D-4F73-A750-4861150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Defensible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A1AE-49B7-4D84-A599-1AC54F3E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Evidence links and deterministic calculations build trust.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83CCF-ACF0-4E4D-A46F-1A1412B5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A8AFB-FA71-492E-8478-3C7EA29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E9772-7EF8-4F9F-9F4E-6A4D46D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Built to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42389-6AA6-478C-89AB-DF76F471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The same engine works across consumer contracts.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55EF-192B-4475-B6AA-01AE036A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7DD00-A695-46BB-8B18-D5B17016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Companies remember what customers signed. DealTwin remembers what they were promised.</a:t>
            </a:r>
          </a:p>
        </p:txBody>
      </p:sp>
    </p:spTree>
    <p:extLst>
      <p:ext uri="{BB962C8B-B14F-4D97-AF65-F5344CB8AC3E}">
        <p14:creationId xmlns:p14="http://schemas.microsoft.com/office/powerpoint/2010/main" val="1302860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5F948-FAAE-4172-A73F-833469B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5E8"/>
                </a:solidFill>
              </a:defRPr>
            </a:pPr>
            <a:r>
              <a:rPr sz="1050" b="1">
                <a:solidFill>
                  <a:srgbClr val="67D5E8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7B7F7-D6E8-43B5-BCE7-F44DC34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C0E2F-94AE-45BE-8D76-49DAEBC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EFF"/>
                </a:solidFill>
              </a:defRPr>
            </a:pPr>
            <a:r>
              <a:rPr sz="2100" b="1">
                <a:solidFill>
                  <a:srgbClr val="DCEEFF"/>
                </a:solidFill>
              </a:rPr>
              <a:t>Remember the promise. Verify the deal.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57406-C26E-4D6E-854B-9423CA8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714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1E096-D9AF-4EB0-8347-D6C6F349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QUESTIONS +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75806-CB2A-4838-B4CC-C3C36D6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333625" cy="4191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B89D5-ABFA-4877-A86D-E6F09C4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1952625" cy="34290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2C1F-5EFB-4511-B72E-094B7625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8F1CD-EA1E-4D4F-B570-3B1111C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PROMISE 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2DE83-4B8D-4A13-B79A-4542D05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A0FA-FB37-40CA-B483-8CE8261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KEPT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EBE7A-008D-4F8A-A7ED-4022ED2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F646C-5DBB-42E8-961E-7621F28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822AA-682A-415C-83E3-D95AC50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719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E43DE-5ED8-4148-889B-9EB4F1FC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TRUE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D60DB-24D9-4FF0-8D8D-F368C6D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DealTwin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7028C-5569-483C-945C-F74E2BF2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EFF"/>
                </a:solidFill>
              </a:defRPr>
            </a:pPr>
            <a:r>
              <a:rPr sz="900" b="1">
                <a:solidFill>
                  <a:srgbClr val="DCEEFF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808450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2026-08-24T16:27:18.2730000Z</dcterms:created>
  <dcterms:modified xsi:type="dcterms:W3CDTF">2026-08-24T16:27:18.2730000Z</dcterms:modified>
</coreProperties>
</file>